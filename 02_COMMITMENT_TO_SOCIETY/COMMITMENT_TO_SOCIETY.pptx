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PYTHON_SKYFIELD | Category: SPACE_AEROTECH</a:t>
            </a:r>
          </a:p>
          <a:p>
            <a:r>
              <a:rPr sz="1400"/>
              <a:t>Upstream: https://github.com/skyfielders/python-skyfield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PYTHON_SKYFIELD.</a:t>
            </a:r>
          </a:p>
          <a:p>
            <a:r>
              <a:rPr sz="1400"/>
              <a:t>Elegant astronomy for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PYTHON_SKYFIELD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